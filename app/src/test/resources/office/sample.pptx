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Theta Home Hatch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タブは 2 種類</a:t>
            </a:r>
          </a:p>
          <a:p>
            <a:r>
              <a:t>中でファイルを開く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画面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064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